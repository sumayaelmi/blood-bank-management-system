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464718"/>
            <a:ext cx="8572500" cy="14716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55407" y="1921668"/>
            <a:ext cx="948118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E11D48"/>
                </a:solidFill>
                <a:latin typeface="Plus Jakarta Sans"/>
              </a:rPr>
              <a:t>Blood Bank Management System 🩸</a:t>
            </a:r>
            <a:endParaRPr sz="4200" b="1" i="0" u="none">
              <a:solidFill>
                <a:srgbClr val="E11D48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81150" y="2817018"/>
            <a:ext cx="9029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Inter Medium"/>
              </a:rPr>
              <a:t>Full-Stack Web Application Project</a:t>
            </a:r>
            <a:endParaRPr sz="1650" b="0" i="0" u="none">
              <a:solidFill>
                <a:srgbClr val="64748B"/>
              </a:solidFill>
              <a:latin typeface="Inter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0275" y="3712368"/>
            <a:ext cx="39654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PRESENTED BY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0275" y="3988593"/>
            <a:ext cx="377666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Team Leader: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Omar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00275" y="4231481"/>
            <a:ext cx="377666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Members: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Sumaya, Abdifitah, Arwaax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5062" y="3712368"/>
            <a:ext cx="39654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INSTITUTION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5062" y="3988593"/>
            <a:ext cx="377666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University: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Jamhuriya University of Science and Technology (JUST)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5062" y="4445793"/>
            <a:ext cx="3776662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Tech Stack: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Spring Boot | ReactJS | PostgreSQL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76437"/>
            <a:ext cx="58007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Project Introduction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2786062"/>
            <a:ext cx="55245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The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Blood Bank Management System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is a professional web-based platform engineered to automate core blood bank operations, replacing error-prone manual records with digital security and high speed.</a:t>
            </a:r>
            <a:endParaRPr sz="1350" b="0" i="0" u="none">
              <a:solidFill>
                <a:srgbClr val="334155"/>
              </a:solidFill>
              <a:latin typeface="Inter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005262"/>
            <a:ext cx="2714625" cy="2286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Donor Information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1375" y="4005262"/>
            <a:ext cx="2714625" cy="2286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Blood Donations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4329112"/>
            <a:ext cx="2714625" cy="2286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Blood Inventory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1375" y="4329112"/>
            <a:ext cx="2714625" cy="2286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Hospital Requests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4652962"/>
            <a:ext cx="2714625" cy="2286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Appointments &amp; Reports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81375" y="4652962"/>
            <a:ext cx="2714625" cy="2286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User Roles &amp; Security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43362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4043362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67212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4367212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91062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4691062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4797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301942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Create a centralized, robust blood management repository.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38875" y="284797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15125" y="301942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Manage comprehensive donor and campaign records efficiently.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1500" y="3581400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3752850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Track blood donations and live unit inventory seamlessly.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38875" y="3581400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15125" y="3752850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Process urgent hospital blood requisition workflows.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71500" y="431482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750" y="448627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Provide enterprise-grade security using authentication.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38875" y="431482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5125" y="448627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Strictly control system authorization using multi-tier user roles.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" y="342900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8875" y="342900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162425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8875" y="4162425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489585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8875" y="489585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043237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043237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776662"/>
            <a:ext cx="17145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776662"/>
            <a:ext cx="1714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510087"/>
            <a:ext cx="17145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4510087"/>
            <a:ext cx="171450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Project Objectives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59856"/>
            <a:ext cx="3555950" cy="24336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2659856"/>
            <a:ext cx="3555950" cy="24336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400" y="2659856"/>
            <a:ext cx="3556099" cy="24336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633" y="2907506"/>
            <a:ext cx="321368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E11D48"/>
                </a:solidFill>
                <a:latin typeface="Plus Jakarta Sans"/>
              </a:rPr>
              <a:t>Backend</a:t>
            </a:r>
            <a:endParaRPr sz="1500" b="1" i="0" u="none">
              <a:solidFill>
                <a:srgbClr val="E11D48"/>
              </a:solidFill>
              <a:latin typeface="Plus Jakarta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9150" y="3240881"/>
            <a:ext cx="3060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084" y="2907506"/>
            <a:ext cx="321368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E11D48"/>
                </a:solidFill>
                <a:latin typeface="Plus Jakarta Sans"/>
              </a:rPr>
              <a:t>Frontend</a:t>
            </a:r>
            <a:endParaRPr sz="1500" b="1" i="0" u="none">
              <a:solidFill>
                <a:srgbClr val="E11D48"/>
              </a:solidFill>
              <a:latin typeface="Plus Jakarta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65600" y="3240881"/>
            <a:ext cx="3060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5530" y="2907506"/>
            <a:ext cx="321383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E11D48"/>
                </a:solidFill>
                <a:latin typeface="Plus Jakarta Sans"/>
              </a:rPr>
              <a:t>Database</a:t>
            </a:r>
            <a:endParaRPr sz="1500" b="1" i="0" u="none">
              <a:solidFill>
                <a:srgbClr val="E11D48"/>
              </a:solidFill>
              <a:latin typeface="Plus Jakarta 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12050" y="3240881"/>
            <a:ext cx="3060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150" y="3431381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Java 17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9150" y="3721893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Spring Boot 3.x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9150" y="4012406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Spring Security &amp; JWT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9150" y="4302918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Spring Data JPA / Hibernate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9150" y="4593431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Maven Build Tool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65600" y="3431381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ReactJS 18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65600" y="3721893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React Router DOM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65600" y="4012406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Axios HTTP Client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65600" y="4302918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Modern Responsive CSS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65600" y="4593431"/>
            <a:ext cx="30606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Component-Driven UI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12050" y="3431381"/>
            <a:ext cx="306079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PostgreSQL Database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12050" y="3721893"/>
            <a:ext cx="306079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Relational Constraints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12050" y="4012406"/>
            <a:ext cx="306079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Optimized Indexing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12050" y="4302918"/>
            <a:ext cx="306079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Audit Logging Support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12050" y="4593431"/>
            <a:ext cx="306079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Secure Transactions</a:t>
            </a:r>
            <a:endParaRPr sz="1125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Technology Stack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000250"/>
            <a:ext cx="5715000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828925"/>
            <a:ext cx="5715000" cy="438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3657600"/>
            <a:ext cx="5715000" cy="438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4486275"/>
            <a:ext cx="5715000" cy="438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5314950"/>
            <a:ext cx="5715000" cy="438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612" y="2571750"/>
            <a:ext cx="104775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612" y="3400425"/>
            <a:ext cx="104775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612" y="4229100"/>
            <a:ext cx="104775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612" y="5057775"/>
            <a:ext cx="104775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Application Architecture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09850"/>
            <a:ext cx="56007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Core Tables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2990850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Designed with clean normalization principles to handle relational integrity across entities: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00" y="3014662"/>
            <a:ext cx="56007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Key Entity Relationships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3638550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Users, Roles, &amp; Audit Logs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4014787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Donors, Donations, &amp; Blood Groups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4391025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Hospitals, Blood Requests, &amp; Items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4767262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Appointments Management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3200" y="3233737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One Role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has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Many Users</a:t>
            </a:r>
            <a:endParaRPr sz="1275" b="0" i="1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3200" y="3609975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One Donor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contributes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Many Donations</a:t>
            </a:r>
            <a:endParaRPr sz="1275" b="0" i="1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3200" y="3986212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One Hospital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makes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Many Requests</a:t>
            </a:r>
            <a:endParaRPr sz="1275" b="0" i="1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53200" y="4362450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One Blood Group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links to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Many Donors</a:t>
            </a:r>
            <a:endParaRPr sz="1275" b="0" i="1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76650"/>
            <a:ext cx="14287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52887"/>
            <a:ext cx="14287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429125"/>
            <a:ext cx="142875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805362"/>
            <a:ext cx="14287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71837"/>
            <a:ext cx="20002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648075"/>
            <a:ext cx="20002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024312"/>
            <a:ext cx="20002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400550"/>
            <a:ext cx="200025" cy="1619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Database Design &amp; ERD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83693"/>
            <a:ext cx="3524250" cy="19859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883693"/>
            <a:ext cx="3524250" cy="19859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883693"/>
            <a:ext cx="3524250" cy="19859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645693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Authentication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9150" y="3979068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Secure login portals equipped with encrypted token generation and granular role verification checks.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81525" y="3645693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Management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81525" y="3979068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Comprehensive tracking of donors, active donation cycles, and blood bag inventory conditions.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3900" y="3645693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Operations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43900" y="3979068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Streamlined hospital request fulfillment, scheduling appointments, and automated summary reporting.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159918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525" y="3159918"/>
            <a:ext cx="3810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3159918"/>
            <a:ext cx="2286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Main System Features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62225"/>
            <a:ext cx="11049000" cy="26289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562225"/>
          <a:ext cx="11039474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721"/>
                <a:gridCol w="8838753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User Role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Permissions &amp; Module Access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Administrator</a:t>
                      </a:r>
                      <a:endParaRPr sz="1200" b="1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Full System Access (Users, Reports, Donations, Inventory, Requests)</a:t>
                      </a:r>
                      <a:endParaRPr sz="1200" b="0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Staff</a:t>
                      </a:r>
                      <a:endParaRPr sz="1200" b="1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Operational Access (Donors Management, Requests, Appointments)</a:t>
                      </a:r>
                      <a:endParaRPr sz="1200" b="0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Doctor</a:t>
                      </a:r>
                      <a:endParaRPr sz="1200" b="1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Clinical Access (Blood Requests verification, Live Inventory status)</a:t>
                      </a:r>
                      <a:endParaRPr sz="1200" b="0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Lab Technician</a:t>
                      </a:r>
                      <a:endParaRPr sz="1200" b="1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Laboratory Access (Donation processing, Donors records, Inventory updates)</a:t>
                      </a:r>
                      <a:endParaRPr sz="1200" b="0" i="0" u="none">
                        <a:solidFill>
                          <a:srgbClr val="475569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081337"/>
            <a:ext cx="2200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76983" y="3081337"/>
            <a:ext cx="8838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262" y="3605212"/>
            <a:ext cx="2200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76983" y="3605212"/>
            <a:ext cx="8838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262" y="4129087"/>
            <a:ext cx="2200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76983" y="4129087"/>
            <a:ext cx="8838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262" y="4652962"/>
            <a:ext cx="22007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6983" y="4652962"/>
            <a:ext cx="8838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Role-Based Access Control (RBAC)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50318"/>
            <a:ext cx="5334000" cy="26527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50318"/>
            <a:ext cx="5334000" cy="2652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893218"/>
            <a:ext cx="488061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Authentication Flow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29400" y="3014662"/>
            <a:ext cx="488061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Security Guardrails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1100" y="3112293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User inputs credentials at frontend login portal.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1100" y="3488531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Spring Security verifies username &amp; hashed password.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1100" y="3864768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Signed JWT token is generated and returned to client.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1100" y="4241006"/>
            <a:ext cx="4381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Token attaches to header of all subsequent API requests.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96100" y="3233737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Stateless session management via JWT.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96100" y="3609975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Method-level security with Spring PreAuthorize.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96100" y="3986212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Encrypted credential transport and password hashing.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96100" y="4362450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Protection against CSRF and injection exploits.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0393"/>
            <a:ext cx="14287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26631"/>
            <a:ext cx="142875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02868"/>
            <a:ext cx="14287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79106"/>
            <a:ext cx="14287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271837"/>
            <a:ext cx="14287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648075"/>
            <a:ext cx="14287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024312"/>
            <a:ext cx="142875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400550"/>
            <a:ext cx="142875" cy="1619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Security &amp; JWT Authentication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83693"/>
            <a:ext cx="3524250" cy="19859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883693"/>
            <a:ext cx="3524250" cy="19859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883693"/>
            <a:ext cx="3524250" cy="19859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645693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JWT Integration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9150" y="3979068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Challenge: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Stateless token filter wiring.</a:t>
            </a:r>
            <a:r>
              <a:t>
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Solution: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Custom Spring Security filter chain configuration.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81525" y="3645693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Database Mapping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81525" y="3979068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Challenge: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Complex foreign key links.</a:t>
            </a:r>
            <a:r>
              <a:t>
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Solution: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Applied clean JPA bidirectional relationship annotations.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3900" y="3645693"/>
            <a:ext cx="318039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API &amp; Permissions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43900" y="3979068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Challenge: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Secure endpoint routing.</a:t>
            </a:r>
            <a:r>
              <a:t>
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Solution: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Tested with Postman &amp; enforced strict RBAC guards.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159918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525" y="3159918"/>
            <a:ext cx="2667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3159918"/>
            <a:ext cx="3810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Challenges &amp; Engineering Solutions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238500"/>
            <a:ext cx="5334000" cy="1495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3014662"/>
            <a:ext cx="56007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Tested Modules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00" y="3019425"/>
            <a:ext cx="56007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Project Outcome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3233737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Login System &amp; Password Validation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3609975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JWT Token Issuance &amp; Authorization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3986212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Donor CRUD &amp; Donation History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4362450"/>
            <a:ext cx="50673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Blood Inventory Tracking &amp; Requests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4150" y="3486150"/>
            <a:ext cx="508063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11D48"/>
                </a:solidFill>
                <a:latin typeface="Plus Jakarta Sans"/>
              </a:rPr>
              <a:t>Successful Delivery</a:t>
            </a:r>
            <a:endParaRPr sz="1350" b="1" i="0" u="none">
              <a:solidFill>
                <a:srgbClr val="E11D48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34150" y="3800475"/>
            <a:ext cx="4838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system satisfies all functional benchmarks, providing a responsive interface, secure endpoint architecture, and reliable database operations.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71837"/>
            <a:ext cx="16192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48075"/>
            <a:ext cx="16192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24312"/>
            <a:ext cx="1619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00550"/>
            <a:ext cx="161925" cy="161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Testing &amp; Results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4797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7750" y="301942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SMS and Email emergency blood request notifications.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38875" y="284797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15125" y="301942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Dedicated cross-platform mobile application for donors.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1500" y="3581400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3752850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Barcode blood bag tracking for enhanced safety.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38875" y="3581400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15125" y="3752850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PDF report exports and advanced inventory analytics.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71500" y="431482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750" y="448627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Cloud server deployment on AWS / Render infrastructure.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38875" y="4314825"/>
            <a:ext cx="5381625" cy="590550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5125" y="4486275"/>
            <a:ext cx="4714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Real-time hospital communication socket channels.</a:t>
            </a:r>
            <a:endParaRPr sz="1200" b="0" i="0" u="none">
              <a:solidFill>
                <a:srgbClr val="1E293B"/>
              </a:solidFill>
              <a:latin typeface="Inter Medium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" y="342900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8875" y="342900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162425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8875" y="4162425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489585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8875" y="4895850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043237"/>
            <a:ext cx="19050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043237"/>
            <a:ext cx="19050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776662"/>
            <a:ext cx="1905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776662"/>
            <a:ext cx="19050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510087"/>
            <a:ext cx="19050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4510087"/>
            <a:ext cx="190500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Future Enhancements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76537"/>
            <a:ext cx="5334000" cy="2200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76537"/>
            <a:ext cx="5334000" cy="2200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2781"/>
            <a:ext cx="488061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System Value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29400" y="3119437"/>
            <a:ext cx="488061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0F172A"/>
                </a:solidFill>
                <a:latin typeface="Plus Jakarta Sans"/>
              </a:rPr>
              <a:t>Technical Takeaway</a:t>
            </a:r>
            <a:endParaRPr sz="140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29400" y="3500437"/>
            <a:ext cx="46482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The Blood Bank Management System successfully demonstrates end-to-end full-stack development competency using industry-standard tools like Spring Boot, ReactJS, and PostgreSQL.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1100" y="3421856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Guarantees secure and dependable blood management.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1100" y="3798093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Delivers faster operational turnaround times.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1100" y="4174331"/>
            <a:ext cx="43815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Maintains accurate, auditable digital records.</a:t>
            </a:r>
            <a:endParaRPr sz="1275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59956"/>
            <a:ext cx="16192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36193"/>
            <a:ext cx="142875" cy="1619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Conclusion</a:t>
            </a:r>
            <a:endParaRPr sz="28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12" y="3552825"/>
            <a:ext cx="3000375" cy="409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70596" y="1933575"/>
            <a:ext cx="6450806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E11D48"/>
                </a:solidFill>
                <a:latin typeface="Plus Jakarta Sans"/>
              </a:rPr>
              <a:t>Thank You!</a:t>
            </a:r>
            <a:endParaRPr sz="4800" b="1" i="0" u="none">
              <a:solidFill>
                <a:srgbClr val="E11D48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24187" y="2924175"/>
            <a:ext cx="61436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334155"/>
                </a:solidFill>
                <a:latin typeface="Inter"/>
              </a:rPr>
              <a:t>We appreciate your time and attention.</a:t>
            </a:r>
            <a:endParaRPr sz="1800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24187" y="4295775"/>
            <a:ext cx="61436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0F172A"/>
                </a:solidFill>
                <a:latin typeface="Inter SemiBold"/>
              </a:rPr>
              <a:t>🩸 Blood Bank Management System — JUST University</a:t>
            </a:r>
            <a:endParaRPr sz="1800" b="0" i="0" u="none">
              <a:solidFill>
                <a:srgbClr val="0F172A"/>
              </a:solidFill>
              <a:latin typeface="Inter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4352</Words>
  <Application>WPS Presentation</Application>
  <PresentationFormat>On-screen Show (4:3)</PresentationFormat>
  <Paragraphs>234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Arial</vt:lpstr>
      <vt:lpstr>Plus Jakarta Sans</vt:lpstr>
      <vt:lpstr>Segoe Print</vt:lpstr>
      <vt:lpstr>Inter Medium</vt:lpstr>
      <vt:lpstr>Inter</vt:lpstr>
      <vt:lpstr>Inter SemiBold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hp</cp:lastModifiedBy>
  <cp:revision>2</cp:revision>
  <dcterms:created xsi:type="dcterms:W3CDTF">2013-01-27T09:14:00Z</dcterms:created>
  <dcterms:modified xsi:type="dcterms:W3CDTF">2026-07-25T18:40:39Z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F4EDE8FA85214B86B378C95F67271717_13</vt:lpwstr>
  </property>
</Properties>
</file>